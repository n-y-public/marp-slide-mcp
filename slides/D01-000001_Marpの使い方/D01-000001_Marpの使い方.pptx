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H2（主張・灰色帯）は非表示になります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2026-10-10T07:29:30Z</dcterms:created>
  <dcterms:modified xsi:type="dcterms:W3CDTF">2026-10-10T07:29:30Z</dcterms:modified>
</cp:coreProperties>
</file>